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yfair Display"/>
      <p:regular r:id="rId201314"/>
    </p:embeddedFont>
    <p:embeddedFont>
      <p:font typeface="Playfair Display SemiBold"/>
      <p:regular r:id="rId201315"/>
    </p:embeddedFont>
    <p:embeddedFont>
      <p:font typeface="Playfair Display Bold"/>
      <p:regular r:id="rId201316"/>
    </p:embeddedFont>
    <p:embeddedFont>
      <p:font typeface="Playfair Display Black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Public Sans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3,900 transactions · 18 features ·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22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22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434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4434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Demographics, purchase details, shopping behavior — loaded into PostgreSQL for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0004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1170087"/>
            <a:ext cx="4722763" cy="14288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26288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96119" y="1533376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pandas, df.info(), 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6119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6119" y="2146027"/>
            <a:ext cx="4722763" cy="14288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238821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Clean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6119" y="250931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Imputed Review Rating by category median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6119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121968"/>
            <a:ext cx="4722763" cy="14288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21476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Engineer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6119" y="348525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age_group, 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6119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6119" y="4097908"/>
            <a:ext cx="4722763" cy="14288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190702"/>
            <a:ext cx="4722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Load to DB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96119" y="4461197"/>
            <a:ext cx="47227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Connected to MySQL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vs. Female: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$75,191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68% of customers are male — a key demographic to target.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73% are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Non-subscribers generate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$170K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vs. subscribers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$62K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27% subscribed — significant growth opportunity.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580977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EEDDD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79603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74394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Repeat buyers: 2,518 non-subscribers vs. 958 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Loyal customers dominate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80%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classified as Loyal — strong retention base.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83 New customers — acquisition needs focus.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868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 Adults lead revenue — prioritize this segment in marketing campaigns.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938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938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8938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938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8938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938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9701" y="146417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Highest Discount Rates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9701" y="225869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49701" y="2669902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49701" y="3081114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49701" y="34923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49701" y="3903538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629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2968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Discount 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629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2968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629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42968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629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2968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629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42968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629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42968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609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211684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2640" y="1358205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3.9K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66471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17981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17780" dir="2700000">
              <a:srgbClr val="b2aa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2640" y="232633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$59.76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63284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47938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17780" dir="2700000">
              <a:srgbClr val="9ac0ca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2640" y="329445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3.75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60097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13377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Interactive filters: Gender, Category, Shipping Type, Age Group — Revenue &amp; Sales views.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202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07616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40761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714128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224460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224460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5309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4130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04130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3478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Balance sales lift vs. margins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858146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385814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16465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 on Young Adults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2026-08-10T06:16:31Z</dcterms:created>
  <dcterms:modified xsi:type="dcterms:W3CDTF">2026-08-10T06:16:31Z</dcterms:modified>
</cp:coreProperties>
</file>